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36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2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169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105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6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603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956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28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776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9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49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195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Apresentação para Parceiros Locais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Projeto Bee.Do – Municípios + Bombeiros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979E920-40E5-43EC-94CE-D53380E40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3858" y="326680"/>
            <a:ext cx="2487344" cy="24023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Parceria com os 308 Municípios Portugueses.</a:t>
            </a:r>
          </a:p>
          <a:p>
            <a:r>
              <a:rPr sz="1800"/>
              <a:t>• Gestão completa dos seguros municipais.</a:t>
            </a:r>
          </a:p>
          <a:p>
            <a:r>
              <a:rPr sz="1800"/>
              <a:t>• Oferta de seguro gratuito de Acidentes Pessoais aos Bombeiros.</a:t>
            </a:r>
          </a:p>
          <a:p>
            <a:r>
              <a:rPr sz="1800"/>
              <a:t>• Mediação assegurada por Parceiros Locais Bee.Do.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13757D4-AA13-40AC-B1C3-F86214CE4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202" y="3110845"/>
            <a:ext cx="3362390" cy="32475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Oportunidade para o Parceiro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Acesso a clientes institucionais (Municípios).</a:t>
            </a:r>
          </a:p>
          <a:p>
            <a:r>
              <a:rPr sz="1800"/>
              <a:t>• Fidelização através de contratos de longo prazo.</a:t>
            </a:r>
          </a:p>
          <a:p>
            <a:r>
              <a:rPr sz="1800"/>
              <a:t>• Aumento da carteira com prémios médios elevados.</a:t>
            </a:r>
          </a:p>
          <a:p>
            <a:r>
              <a:rPr sz="1800"/>
              <a:t>• Integração numa rede nacional de mediação com propósito social.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BC61DCD-4F9E-4288-B9C8-93A4E668D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202" y="3110845"/>
            <a:ext cx="3362390" cy="324753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Benefícios para o Parceiro Bee.Do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✅ Apoio comercial e institucional da marca Bee.Do.</a:t>
            </a:r>
          </a:p>
          <a:p>
            <a:r>
              <a:rPr sz="1800"/>
              <a:t>✅ Ferramentas tecnológicas de gestão de apólices.</a:t>
            </a:r>
          </a:p>
          <a:p>
            <a:r>
              <a:rPr sz="1800"/>
              <a:t>✅ Materiais de marketing e comunicação.</a:t>
            </a:r>
          </a:p>
          <a:p>
            <a:r>
              <a:rPr sz="1800"/>
              <a:t>✅ Formação contínua e suporte técnico.</a:t>
            </a:r>
          </a:p>
          <a:p>
            <a:r>
              <a:rPr sz="1800"/>
              <a:t>✅ Exclusividade territorial no projeto com o Município.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922DCC3-0F05-4BFC-90D4-22DC2C70B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202" y="3110845"/>
            <a:ext cx="3362390" cy="32475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Seguro Gratuito para Bombeiros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• </a:t>
            </a:r>
            <a:r>
              <a:rPr sz="1800" dirty="0" err="1"/>
              <a:t>Morte</a:t>
            </a:r>
            <a:r>
              <a:rPr sz="1800" dirty="0"/>
              <a:t> </a:t>
            </a:r>
            <a:r>
              <a:rPr sz="1800" dirty="0" err="1"/>
              <a:t>ou</a:t>
            </a:r>
            <a:r>
              <a:rPr sz="1800" dirty="0"/>
              <a:t> </a:t>
            </a:r>
            <a:r>
              <a:rPr sz="1800" dirty="0" err="1"/>
              <a:t>Invalidez</a:t>
            </a:r>
            <a:r>
              <a:rPr sz="1800" dirty="0"/>
              <a:t> Permanente: </a:t>
            </a:r>
            <a:r>
              <a:rPr lang="pt-PT" sz="1800" dirty="0"/>
              <a:t>3</a:t>
            </a:r>
            <a:r>
              <a:rPr sz="1800" dirty="0"/>
              <a:t>00.000 €</a:t>
            </a:r>
          </a:p>
          <a:p>
            <a:r>
              <a:rPr sz="1800" dirty="0"/>
              <a:t>• </a:t>
            </a:r>
            <a:r>
              <a:rPr sz="1800" dirty="0" err="1"/>
              <a:t>Despesas</a:t>
            </a:r>
            <a:r>
              <a:rPr sz="1800" dirty="0"/>
              <a:t> de </a:t>
            </a:r>
            <a:r>
              <a:rPr sz="1800" dirty="0" err="1"/>
              <a:t>Tratamento</a:t>
            </a:r>
            <a:r>
              <a:rPr sz="1800" dirty="0"/>
              <a:t>: </a:t>
            </a:r>
            <a:r>
              <a:rPr lang="pt-PT" sz="1800" dirty="0"/>
              <a:t>10</a:t>
            </a:r>
            <a:r>
              <a:rPr sz="1800" dirty="0"/>
              <a:t>0.000 €</a:t>
            </a:r>
          </a:p>
          <a:p>
            <a:r>
              <a:rPr sz="1800" dirty="0"/>
              <a:t>• </a:t>
            </a:r>
            <a:r>
              <a:rPr sz="1800" dirty="0" err="1"/>
              <a:t>Subsídio</a:t>
            </a:r>
            <a:r>
              <a:rPr sz="1800" dirty="0"/>
              <a:t> </a:t>
            </a:r>
            <a:r>
              <a:rPr sz="1800" dirty="0" err="1"/>
              <a:t>Diário</a:t>
            </a:r>
            <a:r>
              <a:rPr sz="1800" dirty="0"/>
              <a:t> por </a:t>
            </a:r>
            <a:r>
              <a:rPr sz="1800" dirty="0" err="1"/>
              <a:t>Incapacidade</a:t>
            </a:r>
            <a:r>
              <a:rPr sz="1800" dirty="0"/>
              <a:t>: 100 €/</a:t>
            </a:r>
            <a:r>
              <a:rPr sz="1800" dirty="0" err="1"/>
              <a:t>dia</a:t>
            </a:r>
            <a:endParaRPr sz="1800" dirty="0"/>
          </a:p>
          <a:p>
            <a:r>
              <a:rPr sz="1800" dirty="0"/>
              <a:t>• </a:t>
            </a:r>
            <a:r>
              <a:rPr sz="1800" dirty="0" err="1"/>
              <a:t>Despesas</a:t>
            </a:r>
            <a:r>
              <a:rPr sz="1800" dirty="0"/>
              <a:t> de Funeral: 5.000 €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0EED8E2-865B-40CD-AF77-EC437AD22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202" y="3110845"/>
            <a:ext cx="3362390" cy="32475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 Social e Institucional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• Reconhecimento da marca Bee.Do como parceira dos Bombeiros.</a:t>
            </a:r>
          </a:p>
          <a:p>
            <a:r>
              <a:rPr sz="1800"/>
              <a:t>• Aumento da confiança pública nas instituições locais.</a:t>
            </a:r>
          </a:p>
          <a:p>
            <a:r>
              <a:rPr sz="1800"/>
              <a:t>• Valor intangível de proteger os heróis das comunidades.</a:t>
            </a:r>
          </a:p>
          <a:p>
            <a:r>
              <a:rPr sz="1800"/>
              <a:t>• Maior exposição mediática e institucional.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0D401C4-6A09-4942-A88E-1CBE803800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202" y="3110845"/>
            <a:ext cx="3362390" cy="32475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da Parceria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1. Identificação do Município e mediação atribuída.</a:t>
            </a:r>
          </a:p>
          <a:p>
            <a:r>
              <a:rPr sz="1800"/>
              <a:t>2. Proposta Bee.Do ao Município com seguro gratuito.</a:t>
            </a:r>
          </a:p>
          <a:p>
            <a:r>
              <a:rPr sz="1800"/>
              <a:t>3. Ativação da apólice e gestão dos seguros.</a:t>
            </a:r>
          </a:p>
          <a:p>
            <a:r>
              <a:rPr sz="1800"/>
              <a:t>4. Apoio contínuo ao parceiro em todas as etapas.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A7EA95E-39CB-4150-8C02-967C9E035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202" y="3110845"/>
            <a:ext cx="3362390" cy="32475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Junte-se a este movimento!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 dirty="0"/>
              <a:t>• </a:t>
            </a:r>
            <a:r>
              <a:rPr sz="1800" dirty="0" err="1"/>
              <a:t>Posicione</a:t>
            </a:r>
            <a:r>
              <a:rPr sz="1800" dirty="0"/>
              <a:t>-se </a:t>
            </a:r>
            <a:r>
              <a:rPr sz="1800" dirty="0" err="1"/>
              <a:t>como</a:t>
            </a:r>
            <a:r>
              <a:rPr sz="1800" dirty="0"/>
              <a:t> </a:t>
            </a:r>
            <a:r>
              <a:rPr sz="1800" dirty="0" err="1"/>
              <a:t>parceiro</a:t>
            </a:r>
            <a:r>
              <a:rPr sz="1800" dirty="0"/>
              <a:t> </a:t>
            </a:r>
            <a:r>
              <a:rPr sz="1800" dirty="0" err="1"/>
              <a:t>estratégico</a:t>
            </a:r>
            <a:r>
              <a:rPr sz="1800" dirty="0"/>
              <a:t> do </a:t>
            </a:r>
            <a:r>
              <a:rPr sz="1800" dirty="0" err="1"/>
              <a:t>seu</a:t>
            </a:r>
            <a:r>
              <a:rPr sz="1800" dirty="0"/>
              <a:t> </a:t>
            </a:r>
            <a:r>
              <a:rPr sz="1800" dirty="0" err="1"/>
              <a:t>Município</a:t>
            </a:r>
            <a:r>
              <a:rPr sz="1800" dirty="0"/>
              <a:t>.</a:t>
            </a:r>
          </a:p>
          <a:p>
            <a:r>
              <a:rPr sz="1800" dirty="0"/>
              <a:t>• </a:t>
            </a:r>
            <a:r>
              <a:rPr sz="1800" dirty="0" err="1"/>
              <a:t>Construa</a:t>
            </a:r>
            <a:r>
              <a:rPr sz="1800" dirty="0"/>
              <a:t> </a:t>
            </a:r>
            <a:r>
              <a:rPr sz="1800" dirty="0" err="1"/>
              <a:t>uma</a:t>
            </a:r>
            <a:r>
              <a:rPr sz="1800" dirty="0"/>
              <a:t> </a:t>
            </a:r>
            <a:r>
              <a:rPr sz="1800" dirty="0" err="1"/>
              <a:t>carteira</a:t>
            </a:r>
            <a:r>
              <a:rPr sz="1800" dirty="0"/>
              <a:t> </a:t>
            </a:r>
            <a:r>
              <a:rPr sz="1800" dirty="0" err="1"/>
              <a:t>sólida</a:t>
            </a:r>
            <a:r>
              <a:rPr sz="1800" dirty="0"/>
              <a:t>, </a:t>
            </a:r>
            <a:r>
              <a:rPr sz="1800" dirty="0" err="1"/>
              <a:t>sustentável</a:t>
            </a:r>
            <a:r>
              <a:rPr sz="1800" dirty="0"/>
              <a:t> e </a:t>
            </a:r>
            <a:r>
              <a:rPr sz="1800" dirty="0" err="1"/>
              <a:t>ética</a:t>
            </a:r>
            <a:r>
              <a:rPr sz="1800" dirty="0"/>
              <a:t>.</a:t>
            </a:r>
          </a:p>
          <a:p>
            <a:r>
              <a:rPr sz="1800" dirty="0"/>
              <a:t>• </a:t>
            </a:r>
            <a:r>
              <a:rPr sz="1800" dirty="0" err="1"/>
              <a:t>Faça</a:t>
            </a:r>
            <a:r>
              <a:rPr sz="1800" dirty="0"/>
              <a:t> </a:t>
            </a:r>
            <a:r>
              <a:rPr sz="1800" dirty="0" err="1"/>
              <a:t>parte</a:t>
            </a:r>
            <a:r>
              <a:rPr sz="1800" dirty="0"/>
              <a:t> da </a:t>
            </a:r>
            <a:r>
              <a:rPr sz="1800" dirty="0" err="1"/>
              <a:t>mudança</a:t>
            </a:r>
            <a:r>
              <a:rPr sz="1800" dirty="0"/>
              <a:t> no </a:t>
            </a:r>
            <a:r>
              <a:rPr sz="1800" dirty="0" err="1"/>
              <a:t>setor</a:t>
            </a:r>
            <a:r>
              <a:rPr sz="1800" dirty="0"/>
              <a:t> </a:t>
            </a:r>
            <a:r>
              <a:rPr sz="1800" dirty="0" err="1"/>
              <a:t>segurador</a:t>
            </a:r>
            <a:r>
              <a:rPr sz="1800" dirty="0"/>
              <a:t> em Portugal.</a:t>
            </a:r>
          </a:p>
          <a:p>
            <a:r>
              <a:rPr sz="1800" dirty="0"/>
              <a:t>• </a:t>
            </a:r>
            <a:r>
              <a:rPr sz="1800" dirty="0" err="1"/>
              <a:t>Parceiros</a:t>
            </a:r>
            <a:r>
              <a:rPr sz="1800" dirty="0"/>
              <a:t> </a:t>
            </a:r>
            <a:r>
              <a:rPr sz="1800" dirty="0" err="1"/>
              <a:t>locais</a:t>
            </a:r>
            <a:r>
              <a:rPr sz="1800" dirty="0"/>
              <a:t>. </a:t>
            </a:r>
            <a:r>
              <a:rPr sz="1800" dirty="0" err="1"/>
              <a:t>Impacto</a:t>
            </a:r>
            <a:r>
              <a:rPr lang="pt-PT" sz="1800" dirty="0"/>
              <a:t>s nacionais.</a:t>
            </a:r>
            <a:endParaRPr sz="18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6836FB0-0DBC-4F9F-ADE4-BF8EF504E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9202" y="3110845"/>
            <a:ext cx="3362390" cy="32475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tiva">
  <a:themeElements>
    <a:clrScheme name="Retrospetiva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tiv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tiv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</TotalTime>
  <Words>310</Words>
  <Application>Microsoft Office PowerPoint</Application>
  <PresentationFormat>Apresentação no Ecrã (4:3)</PresentationFormat>
  <Paragraphs>38</Paragraphs>
  <Slides>8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Retrospetiva</vt:lpstr>
      <vt:lpstr>Apresentação para Parceiros Locais</vt:lpstr>
      <vt:lpstr>Visão Geral do Projeto</vt:lpstr>
      <vt:lpstr>Oportunidade para o Parceiro</vt:lpstr>
      <vt:lpstr>Benefícios para o Parceiro Bee.Do</vt:lpstr>
      <vt:lpstr>Seguro Gratuito para Bombeiros</vt:lpstr>
      <vt:lpstr>Impacto Social e Institucional</vt:lpstr>
      <vt:lpstr>Etapas da Parceria</vt:lpstr>
      <vt:lpstr>Junte-se a este movimento!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para Parceiros Locais</dc:title>
  <dc:subject/>
  <dc:creator>Lenovo-T480s</dc:creator>
  <cp:keywords/>
  <dc:description>generated using python-pptx</dc:description>
  <cp:lastModifiedBy>Antonio Horta Salvo</cp:lastModifiedBy>
  <cp:revision>3</cp:revision>
  <dcterms:created xsi:type="dcterms:W3CDTF">2013-01-27T09:14:16Z</dcterms:created>
  <dcterms:modified xsi:type="dcterms:W3CDTF">2025-08-30T13:51:12Z</dcterms:modified>
  <cp:category/>
</cp:coreProperties>
</file>